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p15="http://schemas.microsoft.com/office/powerpoint/2012/main"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</p:sldIdLst>
  <p:sldSz cx="12192000" cy="6858000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Средний стиль 2 — акцент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 varScale="1">
        <p:scale>
          <a:sx n="111" d="100"/>
          <a:sy n="111" d="100"/>
        </p:scale>
        <p:origin x="91" y="42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Подзаголовок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 smtClean="0"/>
              <a:t>Образец подзаголовка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27816B-0A84-4588-9B34-0412A0F224F1}" type="datetimeFigureOut">
              <a:rPr lang="ru-RU" smtClean="0"/>
              <a:t>13.06.2024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291FAF-BD55-488B-84AD-A9D9A65F8BDB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29681488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27816B-0A84-4588-9B34-0412A0F224F1}" type="datetimeFigureOut">
              <a:rPr lang="ru-RU" smtClean="0"/>
              <a:t>13.06.2024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291FAF-BD55-488B-84AD-A9D9A65F8BDB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18607859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27816B-0A84-4588-9B34-0412A0F224F1}" type="datetimeFigureOut">
              <a:rPr lang="ru-RU" smtClean="0"/>
              <a:t>13.06.2024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291FAF-BD55-488B-84AD-A9D9A65F8BDB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72010246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Объект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Объект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27816B-0A84-4588-9B34-0412A0F224F1}" type="datetimeFigureOut">
              <a:rPr lang="ru-RU" smtClean="0"/>
              <a:t>13.06.2024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291FAF-BD55-488B-84AD-A9D9A65F8BDB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46877499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Объект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5" name="Текст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6" name="Объект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7" name="Дата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27816B-0A84-4588-9B34-0412A0F224F1}" type="datetimeFigureOut">
              <a:rPr lang="ru-RU" smtClean="0"/>
              <a:t>13.06.2024</a:t>
            </a:fld>
            <a:endParaRPr lang="ru-RU"/>
          </a:p>
        </p:txBody>
      </p:sp>
      <p:sp>
        <p:nvSpPr>
          <p:cNvPr id="8" name="Нижний колонтитул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Номер слайда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291FAF-BD55-488B-84AD-A9D9A65F8BDB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32360395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27816B-0A84-4588-9B34-0412A0F224F1}" type="datetimeFigureOut">
              <a:rPr lang="ru-RU" smtClean="0"/>
              <a:t>13.06.2024</a:t>
            </a:fld>
            <a:endParaRPr lang="ru-RU"/>
          </a:p>
        </p:txBody>
      </p:sp>
      <p:sp>
        <p:nvSpPr>
          <p:cNvPr id="4" name="Нижний колонтитул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Номер слайда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291FAF-BD55-488B-84AD-A9D9A65F8BDB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88155482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27816B-0A84-4588-9B34-0412A0F224F1}" type="datetimeFigureOut">
              <a:rPr lang="ru-RU" smtClean="0"/>
              <a:t>13.06.2024</a:t>
            </a:fld>
            <a:endParaRPr lang="ru-RU"/>
          </a:p>
        </p:txBody>
      </p:sp>
      <p:sp>
        <p:nvSpPr>
          <p:cNvPr id="3" name="Нижний колонтитул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291FAF-BD55-488B-84AD-A9D9A65F8BDB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72122550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27816B-0A84-4588-9B34-0412A0F224F1}" type="datetimeFigureOut">
              <a:rPr lang="ru-RU" smtClean="0"/>
              <a:t>13.06.2024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291FAF-BD55-488B-84AD-A9D9A65F8BDB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51071787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Рисунок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ru-RU"/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27816B-0A84-4588-9B34-0412A0F224F1}" type="datetimeFigureOut">
              <a:rPr lang="ru-RU" smtClean="0"/>
              <a:t>13.06.2024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291FAF-BD55-488B-84AD-A9D9A65F8BDB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89565328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27816B-0A84-4588-9B34-0412A0F224F1}" type="datetimeFigureOut">
              <a:rPr lang="ru-RU" smtClean="0"/>
              <a:t>13.06.2024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291FAF-BD55-488B-84AD-A9D9A65F8BDB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79074656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27816B-0A84-4588-9B34-0412A0F224F1}" type="datetimeFigureOut">
              <a:rPr lang="ru-RU" smtClean="0"/>
              <a:t>13.06.2024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291FAF-BD55-488B-84AD-A9D9A65F8BDB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28778891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827816B-0A84-4588-9B34-0412A0F224F1}" type="datetimeFigureOut">
              <a:rPr lang="ru-RU" smtClean="0"/>
              <a:t>13.06.2024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5291FAF-BD55-488B-84AD-A9D9A65F8BDB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00632554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&#65279;<?xml version="1.0" encoding="utf-8"?><Relationships xmlns="http://schemas.openxmlformats.org/package/2006/relationships"><Relationship Type="http://schemas.openxmlformats.org/officeDocument/2006/relationships/image" Target="../media/image1.png" Id="rId2" /><Relationship Type="http://schemas.openxmlformats.org/officeDocument/2006/relationships/slideLayout" Target="../slideLayouts/slideLayout1.xml" Id="rId1" /><Relationship Type="http://schemas.openxmlformats.org/officeDocument/2006/relationships/image" Target="/ppt/media/image2.jpg" Id="Rec093cee95ad4c06" 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p14="http://schemas.microsoft.com/office/powerpoint/2010/main"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 smtClean="0"/>
              <a:t>{{</a:t>
            </a:r>
            <a:r>
              <a:rPr lang="en-US" dirty="0" err="1" smtClean="0"/>
              <a:t>obj.Name</a:t>
            </a:r>
            <a:r>
              <a:rPr lang="en-US" dirty="0" smtClean="0"/>
              <a:t>}}</a:t>
            </a:r>
            <a:endParaRPr lang="ru-RU" dirty="0"/>
          </a:p>
        </p:txBody>
      </p:sp>
      <p:sp>
        <p:nvSpPr>
          <p:cNvPr id="3" name="Подзаголовок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ru-RU" dirty="0" smtClean="0"/>
              <a:t>Департамент </a:t>
            </a:r>
            <a:r>
              <a:rPr lang="en-US" dirty="0" smtClean="0"/>
              <a:t>{{</a:t>
            </a:r>
            <a:r>
              <a:rPr lang="en-US" dirty="0" err="1" smtClean="0"/>
              <a:t>coolname</a:t>
            </a:r>
            <a:r>
              <a:rPr lang="en-US" dirty="0" smtClean="0"/>
              <a:t>}} </a:t>
            </a:r>
            <a:r>
              <a:rPr lang="ru-RU" dirty="0" smtClean="0"/>
              <a:t>людей</a:t>
            </a:r>
            <a:endParaRPr lang="ru-RU" dirty="0"/>
          </a:p>
        </p:txBody>
      </p:sp>
      <p:pic>
        <p:nvPicPr>
          <p:cNvPr id="7" name="Рисунок 6" title="{{picture1jpeg}}"/>
          <p:cNvPicPr>
            <a:picLocks noChangeAspect="1"/>
          </p:cNvPicPr>
          <p:nvPr/>
        </p:nvPicPr>
        <p:blipFill>
          <a:blip r:embed="Rec093cee95ad4c06"/>
          <a:stretch>
            <a:fillRect/>
          </a:stretch>
        </p:blipFill>
        <p:spPr>
          <a:xfrm>
            <a:off x="8222144" y="0"/>
            <a:ext cx="3916723" cy="344121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0224911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 smtClean="0"/>
              <a:t>Таблица </a:t>
            </a:r>
            <a:r>
              <a:rPr lang="en-US" dirty="0" smtClean="0"/>
              <a:t>{{</a:t>
            </a:r>
            <a:r>
              <a:rPr lang="en-US" dirty="0" err="1" smtClean="0"/>
              <a:t>obj.Name</a:t>
            </a:r>
            <a:r>
              <a:rPr lang="en-US" dirty="0" smtClean="0"/>
              <a:t>[]}}</a:t>
            </a:r>
            <a:endParaRPr lang="ru-RU" dirty="0"/>
          </a:p>
        </p:txBody>
      </p:sp>
      <p:graphicFrame>
        <p:nvGraphicFramePr>
          <p:cNvPr id="4" name="Объект 3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064152425"/>
              </p:ext>
            </p:extLst>
          </p:nvPr>
        </p:nvGraphicFramePr>
        <p:xfrm>
          <a:off x="838200" y="1825625"/>
          <a:ext cx="10515600" cy="10109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03120">
                  <a:extLst>
                    <a:ext uri="{9D8B030D-6E8A-4147-A177-3AD203B41FA5}">
                      <a16:colId xmlns:a16="http://schemas.microsoft.com/office/drawing/2014/main" val="436813863"/>
                    </a:ext>
                  </a:extLst>
                </a:gridCol>
                <a:gridCol w="2103120">
                  <a:extLst>
                    <a:ext uri="{9D8B030D-6E8A-4147-A177-3AD203B41FA5}">
                      <a16:colId xmlns:a16="http://schemas.microsoft.com/office/drawing/2014/main" val="3825609463"/>
                    </a:ext>
                  </a:extLst>
                </a:gridCol>
                <a:gridCol w="2103120">
                  <a:extLst>
                    <a:ext uri="{9D8B030D-6E8A-4147-A177-3AD203B41FA5}">
                      <a16:colId xmlns:a16="http://schemas.microsoft.com/office/drawing/2014/main" val="589570443"/>
                    </a:ext>
                  </a:extLst>
                </a:gridCol>
                <a:gridCol w="2103120">
                  <a:extLst>
                    <a:ext uri="{9D8B030D-6E8A-4147-A177-3AD203B41FA5}">
                      <a16:colId xmlns:a16="http://schemas.microsoft.com/office/drawing/2014/main" val="2132610004"/>
                    </a:ext>
                  </a:extLst>
                </a:gridCol>
                <a:gridCol w="2103120">
                  <a:extLst>
                    <a:ext uri="{9D8B030D-6E8A-4147-A177-3AD203B41FA5}">
                      <a16:colId xmlns:a16="http://schemas.microsoft.com/office/drawing/2014/main" val="1869746874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dirty="0" smtClean="0"/>
                        <a:t>{{obj.Col1}}</a:t>
                      </a:r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{{obj.Col2}}</a:t>
                      </a:r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1777353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 smtClean="0"/>
                        <a:t>{{obj.Val1}}</a:t>
                      </a:r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{{obj.Val2}}</a:t>
                      </a:r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 smtClean="0"/>
                        <a:t>{{obj.Val1}}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 smtClean="0"/>
                        <a:t>{{obj.Val2}}</a:t>
                      </a:r>
                      <a:endParaRPr lang="ru-RU" dirty="0" smtClean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4076634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71262916"/>
      </p:ext>
    </p:extLst>
  </p:cSld>
  <p:clrMapOvr>
    <a:masterClrMapping/>
  </p:clrMapOvr>
</p:sld>
</file>

<file path=ppt/theme/theme1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56</TotalTime>
  <Words>30</Words>
  <Application>Microsoft Office PowerPoint</Application>
  <PresentationFormat>Широкоэкранный</PresentationFormat>
  <Paragraphs>9</Paragraphs>
  <Slides>2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3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2</vt:i4>
      </vt:variant>
    </vt:vector>
  </HeadingPairs>
  <TitlesOfParts>
    <vt:vector size="6" baseType="lpstr">
      <vt:lpstr>Arial</vt:lpstr>
      <vt:lpstr>Calibri</vt:lpstr>
      <vt:lpstr>Calibri Light</vt:lpstr>
      <vt:lpstr>Тема Office</vt:lpstr>
      <vt:lpstr>{{obj.Name}}</vt:lpstr>
      <vt:lpstr>Таблица {{obj.Name[]}}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{{obj.Name}}</dc:title>
  <dc:creator>Кривов Сергей Владимирович</dc:creator>
  <cp:lastModifiedBy>Кривов Сергей Владимирович</cp:lastModifiedBy>
  <cp:revision>4</cp:revision>
  <dcterms:created xsi:type="dcterms:W3CDTF">2024-06-13T05:23:07Z</dcterms:created>
  <dcterms:modified xsi:type="dcterms:W3CDTF">2024-06-13T08:37:08Z</dcterms:modified>
</cp:coreProperties>
</file>