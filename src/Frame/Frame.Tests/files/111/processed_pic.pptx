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1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8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078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102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774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603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554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22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71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653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46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78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325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1.xml" Id="rId1" /><Relationship Type="http://schemas.openxmlformats.org/officeDocument/2006/relationships/image" Target="/ppt/media/image2.jpg" Id="Rfefebb3af0af41c1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{{</a:t>
            </a:r>
            <a:r>
              <a:rPr lang="en-US" dirty="0" err="1" smtClean="0"/>
              <a:t>obj.Name</a:t>
            </a:r>
            <a:r>
              <a:rPr lang="en-US" dirty="0" smtClean="0"/>
              <a:t>}}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Департамент </a:t>
            </a:r>
            <a:r>
              <a:rPr lang="en-US" dirty="0" smtClean="0"/>
              <a:t>{{</a:t>
            </a:r>
            <a:r>
              <a:rPr lang="en-US" dirty="0" err="1" smtClean="0"/>
              <a:t>coolname</a:t>
            </a:r>
            <a:r>
              <a:rPr lang="en-US" dirty="0" smtClean="0"/>
              <a:t>}} </a:t>
            </a:r>
            <a:r>
              <a:rPr lang="ru-RU" dirty="0" smtClean="0"/>
              <a:t>людей</a:t>
            </a:r>
            <a:endParaRPr lang="ru-RU" dirty="0"/>
          </a:p>
        </p:txBody>
      </p:sp>
      <p:pic>
        <p:nvPicPr>
          <p:cNvPr id="7" name="Рисунок 6" title="{{picture1jpeg}}"/>
          <p:cNvPicPr>
            <a:picLocks noChangeAspect="1"/>
          </p:cNvPicPr>
          <p:nvPr/>
        </p:nvPicPr>
        <p:blipFill>
          <a:blip r:embed="Rfefebb3af0af41c1"/>
          <a:stretch>
            <a:fillRect/>
          </a:stretch>
        </p:blipFill>
        <p:spPr>
          <a:xfrm>
            <a:off x="8222144" y="0"/>
            <a:ext cx="3916723" cy="344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49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</a:t>
            </a:r>
            <a:r>
              <a:rPr lang="en-US" dirty="0" smtClean="0"/>
              <a:t>{{</a:t>
            </a:r>
            <a:r>
              <a:rPr lang="en-US" dirty="0" err="1" smtClean="0"/>
              <a:t>obj.Name</a:t>
            </a:r>
            <a:r>
              <a:rPr lang="en-US" dirty="0" smtClean="0"/>
              <a:t>[]}}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152425"/>
              </p:ext>
            </p:extLst>
          </p:nvPr>
        </p:nvGraphicFramePr>
        <p:xfrm>
          <a:off x="838200" y="1825625"/>
          <a:ext cx="105156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368138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256094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89570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3261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69746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{{obj.Col1}}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{{obj.Col2}}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77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{{obj.Val1}}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{{obj.Val2}}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{{obj.Val1}}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{{obj.Val2}}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766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29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30</Words>
  <Application>Microsoft Office PowerPoint</Application>
  <PresentationFormat>Широкоэкранный</PresentationFormat>
  <Paragraphs>9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{{obj.Name}}</vt:lpstr>
      <vt:lpstr>Таблица {{obj.Name[]}}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{{obj.Name}}</dc:title>
  <dc:creator>Кривов Сергей Владимирович</dc:creator>
  <cp:lastModifiedBy>Кривов Сергей Владимирович</cp:lastModifiedBy>
  <cp:revision>4</cp:revision>
  <dcterms:created xsi:type="dcterms:W3CDTF">2024-06-13T05:23:07Z</dcterms:created>
  <dcterms:modified xsi:type="dcterms:W3CDTF">2024-06-13T08:37:08Z</dcterms:modified>
</cp:coreProperties>
</file>