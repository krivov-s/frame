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1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68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6078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10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877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603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1554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22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0717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653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46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778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7816B-0A84-4588-9B34-0412A0F224F1}" type="datetimeFigureOut">
              <a:rPr lang="ru-RU" smtClean="0"/>
              <a:t>13.06.2024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91FAF-BD55-488B-84AD-A9D9A65F8BD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632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За</a:t>
            </a:r>
            <a:r>
              <a:rPr lang="en-US" dirty="0" err="1" smtClean="0"/>
              <a:t>мена</a:t>
            </a:r>
            <a:r>
              <a:rPr lang="en-US" dirty="0" smtClean="0"/>
              <a:t/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Департамент </a:t>
            </a:r>
            <a:r>
              <a:rPr lang="en-US" dirty="0" smtClean="0"/>
              <a:t>За</a:t>
            </a:r>
            <a:r>
              <a:rPr lang="en-US" dirty="0" err="1" smtClean="0"/>
              <a:t>мена</a:t>
            </a:r>
            <a:r>
              <a:rPr lang="en-US" dirty="0" smtClean="0"/>
              <a:t> </a:t>
            </a:r>
            <a:r>
              <a:rPr lang="ru-RU" dirty="0" smtClean="0"/>
              <a:t>людей</a:t>
            </a:r>
            <a:endParaRPr lang="ru-RU" dirty="0"/>
          </a:p>
        </p:txBody>
      </p:sp>
      <p:pic>
        <p:nvPicPr>
          <p:cNvPr id="7" name="Рисунок 6" title="{{picture1jpeg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2144" y="0"/>
            <a:ext cx="3916723" cy="344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249111"/>
      </p:ext>
    </p:extLst>
  </p:cSld>
  <p:clrMapOvr>
    <a:masterClrMapping/>
  </p:clrMapOvr>
</p:sld>
</file>

<file path=ppt/slides/slide2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 </a:t>
            </a:r>
            <a:r>
              <a:rPr lang="en-US" dirty="0" smtClean="0"/>
              <a:t>За</a:t>
            </a:r>
            <a:r>
              <a:rPr lang="en-US" dirty="0" err="1" smtClean="0"/>
              <a:t>мена</a:t>
            </a:r>
            <a:r>
              <a:rPr lang="en-US" dirty="0" smtClean="0"/>
              <a:t/>
            </a:r>
            <a:endParaRPr lang="ru-RU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4152425"/>
              </p:ext>
            </p:extLst>
          </p:nvPr>
        </p:nvGraphicFramePr>
        <p:xfrm>
          <a:off x="838200" y="1825625"/>
          <a:ext cx="10515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4368138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2560946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58957044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3261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8697468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{{obj.Col1}}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{{obj.Col2}}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77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Замена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Замена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Замена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Замена</a:t>
                      </a:r>
                      <a:endParaRPr lang="ru-RU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766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629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30</Words>
  <Application>Microsoft Office PowerPoint</Application>
  <PresentationFormat>Широкоэкранный</PresentationFormat>
  <Paragraphs>9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{{obj.Name}}</vt:lpstr>
      <vt:lpstr>Таблица {{obj.Name[]}}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{{obj.Name}}</dc:title>
  <dc:creator>Кривов Сергей Владимирович</dc:creator>
  <cp:lastModifiedBy>Кривов Сергей Владимирович</cp:lastModifiedBy>
  <cp:revision>4</cp:revision>
  <dcterms:created xsi:type="dcterms:W3CDTF">2024-06-13T05:23:07Z</dcterms:created>
  <dcterms:modified xsi:type="dcterms:W3CDTF">2024-06-13T08:37:08Z</dcterms:modified>
</cp:coreProperties>
</file>